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line: I have a model that beats the published state of the art, the improvement is statistically significant which is rare here, but I've found a reason to be cautious about WHY it wins — and most of this month went into testing that rather than chasing more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659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RESEARCH UPDATE  ·  10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50592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Architecture-aware copolymer</a:t>
            </a:r>
            <a:br/>
            <a:r>
              <a:rPr sz="3400" b="1" i="0">
                <a:solidFill>
                  <a:srgbClr val="FFFFFF"/>
                </a:solidFill>
                <a:latin typeface="Cambria"/>
              </a:rPr>
              <a:t>representation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43484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7BEAE"/>
                </a:solidFill>
                <a:latin typeface="Calibri"/>
              </a:rPr>
              <a:t>Two questions this month: can we reuse the EA/IP generation method, and why does the octamer model beat the published baseline?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06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7868E"/>
                </a:solidFill>
                <a:latin typeface="Calibri"/>
              </a:rPr>
              <a:t>Section 1 — Panel Chair (today)   ·   Section 2 — Main Supervisor (Wednesday)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Two questions — one answered, one now more interesting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Where the month went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5532120" cy="178308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1938528"/>
            <a:ext cx="182880" cy="1828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88366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28090"/>
                </a:solidFill>
                <a:latin typeface="Calibri"/>
              </a:rPr>
              <a:t>ANSWERED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28600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A242A"/>
                </a:solidFill>
                <a:latin typeface="Cambria"/>
              </a:rPr>
              <a:t>Can we reuse the EA/IP method to generate</a:t>
            </a:r>
            <a:br/>
            <a:r>
              <a:rPr sz="1550" b="1" i="0">
                <a:solidFill>
                  <a:srgbClr val="1A242A"/>
                </a:solidFill>
                <a:latin typeface="Cambria"/>
              </a:rPr>
              <a:t>our own dataset?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D4C54"/>
                </a:solidFill>
                <a:latin typeface="Calibri"/>
              </a:rPr>
              <a:t>Yes. The authors' generation code is published, it runs on the monomers we already have, and I have it costed.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330952" cy="178308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47688" y="1938528"/>
            <a:ext cx="182880" cy="1828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22008" y="188366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NOW THE REAL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286000"/>
            <a:ext cx="4800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A242A"/>
                </a:solidFill>
                <a:latin typeface="Cambria"/>
              </a:rPr>
              <a:t>What dataset should we actually</a:t>
            </a:r>
            <a:br/>
            <a:r>
              <a:rPr sz="1550" b="1" i="0">
                <a:solidFill>
                  <a:srgbClr val="1A242A"/>
                </a:solidFill>
                <a:latin typeface="Cambria"/>
              </a:rPr>
              <a:t>generate?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D4C54"/>
                </a:solidFill>
                <a:latin typeface="Calibri"/>
              </a:rPr>
              <a:t>Regenerating the same thing, bigger, adds nothing. I have a proposal and a demonstrated gap it fills.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11183112" cy="146304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0050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1A242A"/>
                </a:solidFill>
                <a:latin typeface="Cambria"/>
              </a:rPr>
              <a:t>Running in parallel: why does the octamer model beat the published baseline?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D4C54"/>
                </a:solidFill>
                <a:latin typeface="Calibri"/>
              </a:rPr>
              <a:t>Five candidate explanations. One ruled out by experiment, one under test now, three untested. Plus a confound I found in my own work and want to raise before anyone else does.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Detail on the octamer investigation from slide 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Yes — the EA/IP generation pipeline can be reused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Three things checked, all clear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55648"/>
            <a:ext cx="7635240" cy="137160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48255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97510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A242A"/>
                </a:solidFill>
                <a:latin typeface="Cambria"/>
              </a:rPr>
              <a:t>Generation code is published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The authors released data and scripts. All eight steps of the documented protocol have code; the DFT calibration constants are in the repository, not just cited.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73552"/>
            <a:ext cx="7635240" cy="137160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356616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349300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A242A"/>
                </a:solidFill>
                <a:latin typeface="Cambria"/>
              </a:rPr>
              <a:t>Our monomers are already compatible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The pipeline encodes a real reaction — Suzuki coupling — so it only joins boronic acids to bromides. Checked: 9 of 9 monomer A are boronic acids, 682 of 682 monomer B are bromides. No chemistry rewrite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91456"/>
            <a:ext cx="7635240" cy="137160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084064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50109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A242A"/>
                </a:solidFill>
                <a:latin typeface="Cambria"/>
              </a:rPr>
              <a:t>Cost is bounded and affordable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≤ 256 structures per polymer. For ~2,000 polymers that is a ceiling of ≈ 8–9 kSU of CPU — about 5% of what full replication would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755648"/>
            <a:ext cx="3273552" cy="4261104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9933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WHAT IT WOULD NEED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Pin the quantum-chemistry version — the repo does not record it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Add random seeding — the original has none, so its own sequences aren't reproducible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Fix one broken committed command and a notebook needing manual edits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Job script requests 8 CPUs but uses 1 — an 8× overcharge if copied</a:t>
            </a:r>
          </a:p>
          <a:p>
            <a:pPr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Calibri"/>
              </a:rPr>
              <a:t>A few days of careful work — not a rewrite.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Sources: paper SI p. S4; coleygroup/polymer-chemprop-data; monomer check run against data/ea_ip.csv.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How the existing labels were computed — and what that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The method we would be reusing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55648"/>
            <a:ext cx="347472" cy="347472"/>
          </a:xfrm>
          <a:prstGeom prst="ellipse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719072"/>
            <a:ext cx="6675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Build the chains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Join the two monomers into an 8-unit chain matching the requested composition and arrangement. Up to 32 different chains per polymer.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15184"/>
            <a:ext cx="347472" cy="347472"/>
          </a:xfrm>
          <a:prstGeom prst="ellipse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578608"/>
            <a:ext cx="6675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Make 3D shapes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8 conformations per chain — up to 256 structures per polymer.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438144"/>
            <a:ext cx="6675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Optimise geometry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Rough force-field pass, then quantum chemistry (GFN2-xTB).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334255"/>
            <a:ext cx="347472" cy="347472"/>
          </a:xfrm>
          <a:prstGeom prst="ellipse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297680"/>
            <a:ext cx="6675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Compute properties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Electron affinity and ionisation potential for every structure.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193792"/>
            <a:ext cx="347472" cy="347472"/>
          </a:xfrm>
          <a:prstGeom prst="ellipse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157216"/>
            <a:ext cx="6675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Average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Over the 8 shapes, then over all chains. One number per polymer.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737360"/>
            <a:ext cx="3822191" cy="2395728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93852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1" i="0">
                <a:solidFill>
                  <a:srgbClr val="77868E"/>
                </a:solidFill>
                <a:latin typeface="Calibri"/>
              </a:rPr>
              <a:t>COST — BOUNDED, NOT MEASURED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39572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28090"/>
                </a:solidFill>
                <a:latin typeface="Cambria"/>
              </a:rPr>
              <a:t>≤ 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90779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7868E"/>
                </a:solidFill>
                <a:latin typeface="Calibri"/>
              </a:rPr>
              <a:t>structures per polymer (worst case)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12724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28090"/>
                </a:solidFill>
                <a:latin typeface="Cambria"/>
              </a:rPr>
              <a:t>≈ 8–9 kSU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63931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7868E"/>
                </a:solidFill>
                <a:latin typeface="Calibri"/>
              </a:rPr>
              <a:t>CPU for ~2,000 polymers — a ceiling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315968"/>
            <a:ext cx="3822191" cy="1700784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52628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A242A"/>
                </a:solidFill>
                <a:latin typeface="Cambria"/>
              </a:rPr>
              <a:t>Two things to flag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This is CPU, not GPU — a different queue from model training.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Full replication of the original 42,966 would be ≈ 150 kSU. We would be proposing about 5% of that.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Steps 3–4 dominate the cost; everything before is fast. A one-day pilot would replace the ceiling with a measured figure.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The harder question: the existing benchmark has only three architecture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Why more of the same data would not help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5669280" cy="237744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1A242A"/>
                </a:solidFill>
                <a:latin typeface="Cambria"/>
              </a:rPr>
              <a:t>What we can measure today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432304"/>
          <a:ext cx="51206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1188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Composition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Architectures present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fracA = 0.25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block, random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2-way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fracA = 0.50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block, random, alternating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3-way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fracA = 0.75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block, random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2-way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55080" y="1737360"/>
            <a:ext cx="5330952" cy="237744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38528"/>
            <a:ext cx="4800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1A242A"/>
                </a:solidFill>
                <a:latin typeface="Cambria"/>
              </a:rPr>
              <a:t>Verified against all 42,966 rows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There are only three distinct chain-arrangement descriptions in the entire dataset — one per architecture type. They do not vary with composition.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So a model only ever has to tell two or three discrete cases apart. That is the whole architecture task in the only benchmark that has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343400"/>
            <a:ext cx="11183112" cy="169164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4626864"/>
            <a:ext cx="182880" cy="1828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457200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A242A"/>
                </a:solidFill>
                <a:latin typeface="Cambria"/>
              </a:rPr>
              <a:t>The gap, stated as evidence rather than opinion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The only architecture-varying polymer benchmark offers a three-way classification. The obvious alternative — a 5,400-row block copolymer phase database — is 99.7% diblock across 61 chemistry pairs, so it has no architecture axis at all. Architecture-aware representation learning currently has nowhere to be evaluated properly.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Block copolymer database inspected 8 Aug 2026: 5,400 rows, 5,382 diblock, 18-class phase label driven by molecular weight and temperature.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Proposal: a continuous architecture axis, not three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Same chemistry, same composition — only the arrangement varies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19072"/>
            <a:ext cx="6903720" cy="233172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01952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A242A"/>
                </a:solidFill>
                <a:latin typeface="Cambria"/>
              </a:rPr>
              <a:t>The core idea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Hold composition at 50/50 — four A units and four B units, always — and vary only where they sit along the chain: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3D4C54"/>
                </a:solidFill>
                <a:latin typeface="Courier New"/>
              </a:rPr>
              <a:t>A B A B A B A B        perfectly alternating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3D4C54"/>
                </a:solidFill>
                <a:latin typeface="Courier New"/>
              </a:rPr>
              <a:t>A B A A B A B B        mostly mixed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3D4C54"/>
                </a:solidFill>
                <a:latin typeface="Courier New"/>
              </a:rPr>
              <a:t>A A B A B B A B        random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3D4C54"/>
                </a:solidFill>
                <a:latin typeface="Courier New"/>
              </a:rPr>
              <a:t>A A A A B B B B        fully blocky</a:t>
            </a:r>
          </a:p>
          <a:p>
            <a:pPr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Calibri"/>
              </a:rPr>
              <a:t>Three points on that line today. The proposal makes it continuous.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719072"/>
            <a:ext cx="4096512" cy="233172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901952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A242A"/>
                </a:solidFill>
                <a:latin typeface="Cambria"/>
              </a:rPr>
              <a:t>Also worth shipping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Un-averaged labels — one value per chain, not only the average. The calculation already produces them; the original discards them.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Costs nothing extra, is strictly more information than any existing benchmark, and lets others test the averaging question themselves.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97680"/>
            <a:ext cx="3602736" cy="173736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4553712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4498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01184"/>
            <a:ext cx="30723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Pipeline is reusable · our monomers fit · cost bounded at ≈8–9 kSU · the three-setting limitation is measured, not asserted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4297680"/>
            <a:ext cx="3602736" cy="173736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2855" y="4553712"/>
            <a:ext cx="164592" cy="164592"/>
          </a:xfrm>
          <a:prstGeom prst="ellipse">
            <a:avLst/>
          </a:prstGeom>
          <a:solidFill>
            <a:srgbClr val="C48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4498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48B0E"/>
                </a:solidFill>
                <a:latin typeface="Calibri"/>
              </a:rPr>
              <a:t>I PROPOSE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4901184"/>
            <a:ext cx="30723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Continuous blockiness axis at fixed chemistry and composition · publish un-averaged labels · ship the evaluation protocol and measured noise floor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1" y="4297680"/>
            <a:ext cx="3602736" cy="173736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8471" y="4553712"/>
            <a:ext cx="164592" cy="16459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4503" y="4498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NEEDS A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4901184"/>
            <a:ext cx="30723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Is this the right dataset? How many polymers and which monomers? Does it belong to this paper or the next one?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This slide is also the basis for Wednesday's discussion — see Section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The octamer model beats the published baseline — significantly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Chemistry-extrapolation split, 9 folds, three seeds averaged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694944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00200"/>
                <a:gridCol w="1417320"/>
                <a:gridCol w="155448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Overall R²  EA / IP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MAE eV  EA / IP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Architecture recovery  EA / IP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4C54"/>
                          </a:solidFill>
                          <a:latin typeface="Calibri"/>
                        </a:rPr>
                        <a:t>wDMPNN (published config)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4C54"/>
                          </a:solidFill>
                          <a:latin typeface="Calibri"/>
                        </a:rPr>
                        <a:t>0.967 / 0.971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4C54"/>
                          </a:solidFill>
                          <a:latin typeface="Calibri"/>
                        </a:rPr>
                        <a:t>0.070 / 0.050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4C54"/>
                          </a:solidFill>
                          <a:latin typeface="Calibri"/>
                        </a:rPr>
                        <a:t>0.397 / 0.565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4C54"/>
                          </a:solidFill>
                          <a:latin typeface="Calibri"/>
                        </a:rPr>
                        <a:t>HPG-hier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4C54"/>
                          </a:solidFill>
                          <a:latin typeface="Calibri"/>
                        </a:rPr>
                        <a:t>0.966 / 0.890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4C54"/>
                          </a:solidFill>
                          <a:latin typeface="Calibri"/>
                        </a:rPr>
                        <a:t>0.067 / 0.068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4C54"/>
                          </a:solidFill>
                          <a:latin typeface="Calibri"/>
                        </a:rPr>
                        <a:t>0.776 / 0.808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242A"/>
                          </a:solidFill>
                          <a:latin typeface="Calibri"/>
                        </a:rPr>
                        <a:t>HPG-octamer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242A"/>
                          </a:solidFill>
                          <a:latin typeface="Calibri"/>
                        </a:rPr>
                        <a:t>0.984 / 0.978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242A"/>
                          </a:solidFill>
                          <a:latin typeface="Calibri"/>
                        </a:rPr>
                        <a:t>0.055 / 0.035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28090"/>
                          </a:solidFill>
                          <a:latin typeface="Calibri"/>
                        </a:rPr>
                        <a:t>0.849 / 0.886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611880"/>
            <a:ext cx="6949440" cy="123444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242A"/>
                </a:solidFill>
                <a:latin typeface="Cambria"/>
              </a:rPr>
              <a:t>The obvious objection is closed off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I re-ran the baseline at the exact settings from the original paper. It got better — noticeably better at the chemistry part — and the octamer still won on architecture. "The baseline was under-tuned" is no longer 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783080"/>
            <a:ext cx="4005072" cy="306324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9659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1" i="0">
                <a:solidFill>
                  <a:srgbClr val="77868E"/>
                </a:solidFill>
                <a:latin typeface="Calibri"/>
              </a:rPr>
              <a:t>PAIRED PER-FOLD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395728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28090"/>
                </a:solidFill>
                <a:latin typeface="Cambria"/>
              </a:rPr>
              <a:t>9 / 9 folds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907792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7868E"/>
                </a:solidFill>
                <a:latin typeface="Calibri"/>
              </a:rPr>
              <a:t>EA overall R², p = 0.004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145536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28090"/>
                </a:solidFill>
                <a:latin typeface="Cambria"/>
              </a:rPr>
              <a:t>9 / 9 folds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6576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7868E"/>
                </a:solidFill>
                <a:latin typeface="Calibri"/>
              </a:rPr>
              <a:t>IP architecture recovery, p = 0.004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977639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Four further comparisons at p = 0.039. p = 0.004 is the best achievable with nine folds.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0"/>
            <a:ext cx="11183112" cy="100584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" y="5294376"/>
            <a:ext cx="164592" cy="16459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230368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On the hardest split the two models are statistically indistinguishable on accuracy (3 of 5 folds, p = 1.0) yet separated by 0.15–0.26 on architecture recovery (5 of 5 folds). Same predictions, two measures pointing opposite ways.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Significance is rare in this literature. Comparison family to be fixed in advance before any p-value is quoted in writing.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Why does it win? Five candidate explanations, one eliminated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The octamer differs from the simpler model in five ways at once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37360"/>
          <a:ext cx="111831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2606040"/>
                <a:gridCol w="1481328"/>
                <a:gridCol w="3429000"/>
                <a:gridCol w="3282696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Candidate explanation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Calibri"/>
                        </a:rPr>
                        <a:t>What it implies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Averaging over 16 sampled chains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85042"/>
                          </a:solidFill>
                          <a:latin typeface="Calibri"/>
                        </a:rPr>
                        <a:t>RULED OUT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Pre-registered K=1 ablation, 53 cells. No material change; seed-SD sign tests 5/9, 3/8, 8/17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The advantage is not from approximating the label-averaging step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Learned position information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C48B0E"/>
                          </a:solidFill>
                          <a:latin typeface="Calibri"/>
                        </a:rPr>
                        <a:t>TESTING NOW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Pilot, 2 cells: architecture recovery fell 0.173 and 0.069 vs threshold 0.051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Both exceed threshold, same direction — leading candidate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How chain information is pooled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77868E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Effect likely inside the noise floor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The 8-unit chain structure itself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77868E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Also the factor implicated in the confound (next slide)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Discards junction chemistry the simpler model uses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77868E"/>
                          </a:solidFill>
                          <a:latin typeface="Calibri"/>
                        </a:rPr>
                        <a:t>PLAUSIBLE, UNTESTED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D4C54"/>
                          </a:solidFill>
                          <a:latin typeface="Calibri"/>
                        </a:rPr>
                        <a:t>Wins while seeing less information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349240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A limit worth stating: the remaining differences are small enough to sit inside this dataset's run-to-run noise. Beyond a point, no further ablation on this data can separate them — a property of the benchmark, not of effort.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B85042"/>
                </a:solidFill>
                <a:latin typeface="Calibri"/>
              </a:rPr>
              <a:t>[ADD: full 54-cell positional-embedding result once the arm completes — pilot is 2 cells, seed 42 only.]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A confound I found in my own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Raising it before anyone else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5532120" cy="196596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How the labels were made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• Computed on 8-unit chains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• Averaged over up to 32 sampled arrangements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• One number per polymer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737360"/>
            <a:ext cx="5330952" cy="196596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920240"/>
            <a:ext cx="4800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How my best model works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• Uses an 8-slot chain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• Samples 16 arrangements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• Averages its predictions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31920"/>
            <a:ext cx="11183112" cy="685800"/>
          </a:xfrm>
          <a:prstGeom prst="roundRect">
            <a:avLst>
              <a:gd name="adj" fmla="val 4500"/>
            </a:avLst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09651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My model's structure mirrors how the labels were generated.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46320"/>
            <a:ext cx="5532120" cy="1207008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084064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50200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Calibri"/>
              </a:rPr>
              <a:t>Favourable 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7667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I encoded the right physics. The property genuinely is an average over chain arrangements, so a model built that way should win. Matching a model to the data-generating process is good science.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846320"/>
            <a:ext cx="5330952" cy="1207008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5084064"/>
            <a:ext cx="164592" cy="16459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50200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85042"/>
                </a:solidFill>
                <a:latin typeface="Calibri"/>
              </a:rPr>
              <a:t>Sceptical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376672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The advantage may be "this matches the dataset's recipe" rather than "this is a better polymer representation." Real polymers are hundreds of units long; measured properties are not 8-unit averages.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These cannot be distinguished on this dataset by any ablation. It is the single biggest threat to the claim.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Status: on track, with the milestone document as the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Twelve-month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5532120" cy="246888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49834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A242A"/>
                </a:solidFill>
                <a:latin typeface="Cambria"/>
              </a:rPr>
              <a:t>Delivered this year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• Review paper accepted, Digital Discovery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• Two-axis evaluation framework with a null-model floor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• ~590 training runs under a frozen, pre-registered protocol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• A measured run-to-run noise floor — not published elsewhere in this literature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• A model that significantly beats the published baseline at that baseline's own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737360"/>
            <a:ext cx="5330952" cy="246888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938528"/>
            <a:ext cx="4800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A242A"/>
                </a:solidFill>
                <a:latin typeface="Cambria"/>
              </a:rPr>
              <a:t>Found and fixed this year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• A model-selection bug affecting every experiment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• An input-parsing bug that silently disabled the baseline's polymer features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• A mis-specified quality filter that favoured our own models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• A performance defect that made all timing comparisons wrong</a:t>
            </a:r>
          </a:p>
          <a:p>
            <a:pPr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Calibri"/>
              </a:rPr>
              <a:t>All documented, corrected and disclosed.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34840"/>
            <a:ext cx="11183112" cy="160020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64515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A242A"/>
                </a:solidFill>
                <a:latin typeface="Cambria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02920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Calibri"/>
              </a:rPr>
              <a:t>Now → 29 Aug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Milestone document. Writing to a fixed outline; no new experiments for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502920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Calibri"/>
              </a:rPr>
              <a:t>Sep – Nov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Complete the octamer diagnostics; cheap external-validity tests.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502920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Calibri"/>
              </a:rPr>
              <a:t>Dec – Feb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Submit the measurement paper; decide on dataset generation.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Nothing needed today. One decision is pending with my main supervisor — whether to build the dataset — and it is costed and designed.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28090"/>
                </a:solidFill>
                <a:latin typeface="Calibri"/>
              </a:rPr>
              <a:t>SECTION 2  · 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743200"/>
            <a:ext cx="109846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Discussion with main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41648"/>
            <a:ext cx="104314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7BEAE"/>
                </a:solidFill>
                <a:latin typeface="Calibri"/>
              </a:rPr>
              <a:t>Same two topics, more technical detail — and the points where I need your decision rather than your agreement.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1.  What dataset should we generate — and should we commit compute to it?</a:t>
            </a:r>
          </a:p>
          <a:p>
            <a:pPr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2.  Is my approach to diagnosing the octamer advantage the right one?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Dataset design: four principles, and what I would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For discussion — I have a proposal, not a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6766560" cy="1024128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" y="2011679"/>
            <a:ext cx="329184" cy="329184"/>
          </a:xfrm>
          <a:prstGeom prst="ellipse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920240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242A"/>
                </a:solidFill>
                <a:latin typeface="Cambria"/>
              </a:rPr>
              <a:t>Architecture varies at fixed chemistry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3D4C54"/>
                </a:solidFill>
                <a:latin typeface="Calibri"/>
              </a:rPr>
              <a:t>The property under test must be isolable. This is what no other dataset has, and what makes our within-group metric computable at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52928"/>
            <a:ext cx="6766560" cy="1024128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3127248"/>
            <a:ext cx="329184" cy="329184"/>
          </a:xfrm>
          <a:prstGeom prst="ellipse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3035808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242A"/>
                </a:solidFill>
                <a:latin typeface="Cambria"/>
              </a:rPr>
              <a:t>No representation is privileged by the label protocol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3D4C54"/>
                </a:solidFill>
                <a:latin typeface="Calibri"/>
              </a:rPr>
              <a:t>State plainly how labels are generated and what inductive bias that favours. Our current confound is exactly this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68496"/>
            <a:ext cx="6766560" cy="1024128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4242816"/>
            <a:ext cx="329184" cy="329184"/>
          </a:xfrm>
          <a:prstGeom prst="ellipse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151376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242A"/>
                </a:solidFill>
                <a:latin typeface="Cambria"/>
              </a:rPr>
              <a:t>Publish the evaluation, not just the numbers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3D4C54"/>
                </a:solidFill>
                <a:latin typeface="Calibri"/>
              </a:rPr>
              <a:t>The two-axis metrics, null-floor predictor, scaffold-aware fold design — all reusable and all currently ours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84064"/>
            <a:ext cx="6766560" cy="1024128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8952" y="5358383"/>
            <a:ext cx="329184" cy="329184"/>
          </a:xfrm>
          <a:prstGeom prst="ellipse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5266944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242A"/>
                </a:solidFill>
                <a:latin typeface="Cambria"/>
              </a:rPr>
              <a:t>Publish the measured noise floor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3D4C54"/>
                </a:solidFill>
                <a:latin typeface="Calibri"/>
              </a:rPr>
              <a:t>Three identical runs gave R² of 0.45, 0.79 and 0.98. Nobody reports this. It would stop others quoting single-run numbers.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737360"/>
            <a:ext cx="4142232" cy="4059936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938528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B85042"/>
                </a:solidFill>
                <a:latin typeface="Cambria"/>
              </a:rPr>
              <a:t>Scoping questions I have not settled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How many polymers? I costed ~2,000 as a ceiling of 8–9 kSU, but the number is a design choice, not a constraint.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Existing monomers or new ones? My inclination is existing — the contribution is the architecture axis, not chemical diversity. New monomers would add a held-out chemistry test set.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How many blockiness levels, and spaced how? Uniform in transition probability, or uniform in a physical measure of run length?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One property or two? A second property would stop it being a single-task leaderboard.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B85042"/>
                </a:solidFill>
                <a:latin typeface="Calibri"/>
              </a:rPr>
              <a:t>[ADD: any constraint from your side on total compute available for CPU generation this year.]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Decisions I need from you —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Before I commit compute or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1183112" cy="1024128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11679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A242A"/>
                </a:solidFill>
                <a:latin typeface="Cambria"/>
              </a:rPr>
              <a:t>Is this the right dataset to generate at all?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The alternative is to finish the current paper with a stated single-dataset limitation and not build anything. That is a legitimate choice and it is cheaper.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52928"/>
            <a:ext cx="11183112" cy="1024128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3127248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35808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A242A"/>
                </a:solidFill>
                <a:latin typeface="Cambria"/>
              </a:rPr>
              <a:t>Is the scope right?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~2,000 polymers, existing monomers, continuous blockiness at fixed composition, un-averaged labels published alongside averages.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68496"/>
            <a:ext cx="11183112" cy="1024128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4242816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51376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A242A"/>
                </a:solidFill>
                <a:latin typeface="Cambria"/>
              </a:rPr>
              <a:t>What am I missing?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I have looked at architecture, composition and chemistry. I have not considered chain length, dispersity, or tacticity — are any of those more important than a finer architecture axis?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84064"/>
            <a:ext cx="11183112" cy="1024128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5358383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266944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A242A"/>
                </a:solidFill>
                <a:latin typeface="Cambria"/>
              </a:rPr>
              <a:t>Does this belong to this paper or the next one?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My read is that it is a separate contribution on a separate timeline, and that the current paper should ship with the limitation stated. I would like to test that 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A benchmark lives or dies on adoption — that judgement about the field is yours more than mine.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The five factors in detail — and why three may be unresolvable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For discussion: is this the right diagnostic strategy?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69037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874519"/>
                <a:gridCol w="3291840"/>
                <a:gridCol w="135331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differs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Topology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2-node transition graph → 8-slot chain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77868E"/>
                          </a:solidFill>
                          <a:latin typeface="Calibri"/>
                        </a:rPr>
                        <a:t>Untested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Positional embeddings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8 learned vectors added to slot embeddings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48B0E"/>
                          </a:solidFill>
                          <a:latin typeface="Calibri"/>
                        </a:rPr>
                        <a:t>Arm running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Readout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Stoichiometry-weighted sum → learned attention pooling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77868E"/>
                          </a:solidFill>
                          <a:latin typeface="Calibri"/>
                        </a:rPr>
                        <a:t>Untested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Edge features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17-dim port-pair + transition weight → none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77868E"/>
                          </a:solidFill>
                          <a:latin typeface="Calibri"/>
                        </a:rPr>
                        <a:t>Untested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Replicas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D4C54"/>
                          </a:solidFill>
                          <a:latin typeface="Calibri"/>
                        </a:rPr>
                        <a:t>1 → 16, averaged inside the loss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B85042"/>
                          </a:solidFill>
                          <a:latin typeface="Calibri"/>
                        </a:rPr>
                        <a:t>Ruled out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617720"/>
            <a:ext cx="6903720" cy="141732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09744"/>
            <a:ext cx="6355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242A"/>
                </a:solidFill>
                <a:latin typeface="Cambria"/>
              </a:rPr>
              <a:t>The power problem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The octamer-vs-HPG-hier gap is +0.053 (EA) and +0.068 (IP). Per-cell noise after three-seed averaging is roughly 0.03–0.05. Splitting that gap across four factors means resolving ~0.015 against ~0.04 of noise. Factors 1 and 3 are almost certainly unresolvable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783080"/>
            <a:ext cx="4005072" cy="425196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975104"/>
            <a:ext cx="34747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Factor 4 is the interesting one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The octamer's message passing takes no edge features at all. It discards the 17-dimensional port-pair features and the transition weight that the simpler model uses.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028090"/>
                </a:solidFill>
                <a:latin typeface="Calibri"/>
              </a:rPr>
              <a:t>So it wins while seeing less junction chemistry.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Either that information was not helping, or the explicit sequence more than compensates. Neither the pooling nor the topology arm tests this — which is my argument against running them.</a:t>
            </a:r>
          </a:p>
          <a:p>
            <a:pPr>
              <a:spcAft>
                <a:spcPts val="0"/>
              </a:spcAft>
            </a:pPr>
            <a:r>
              <a:rPr sz="1150" b="1" i="0">
                <a:solidFill>
                  <a:srgbClr val="B85042"/>
                </a:solidFill>
                <a:latin typeface="Calibri"/>
              </a:rPr>
              <a:t>Is that the right call, or would you run the 2×2 anyway?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One measured limit: with depth 2, a slot exchanges messages with at most ±2 positions before pooling — so the model reads local blockiness, not global arrangement.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Positional embeddings: pilot points one way, arm is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Pre-registered before submission; threshold fixed in advance at 0.051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28800"/>
          <a:ext cx="69037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965960"/>
                <a:gridCol w="1234440"/>
                <a:gridCol w="155448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With position embeddings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Without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82296" marR="54864" marT="27432" marB="27432" anchor="ctr">
                    <a:solidFill>
                      <a:srgbClr val="2B3A4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D4C54"/>
                          </a:solidFill>
                          <a:latin typeface="Calibri"/>
                        </a:rPr>
                        <a:t>EA, fold 0, seed 42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D4C54"/>
                          </a:solidFill>
                          <a:latin typeface="Calibri"/>
                        </a:rPr>
                        <a:t>0.779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D4C54"/>
                          </a:solidFill>
                          <a:latin typeface="Calibri"/>
                        </a:rPr>
                        <a:t>0.606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B85042"/>
                          </a:solidFill>
                          <a:latin typeface="Calibri"/>
                        </a:rPr>
                        <a:t>−0.173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D4C54"/>
                          </a:solidFill>
                          <a:latin typeface="Calibri"/>
                        </a:rPr>
                        <a:t>EA, fold 4, seed 42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D4C54"/>
                          </a:solidFill>
                          <a:latin typeface="Calibri"/>
                        </a:rPr>
                        <a:t>0.426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D4C54"/>
                          </a:solidFill>
                          <a:latin typeface="Calibri"/>
                        </a:rPr>
                        <a:t>0.357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B85042"/>
                          </a:solidFill>
                          <a:latin typeface="Calibri"/>
                        </a:rPr>
                        <a:t>−0.069</a:t>
                      </a:r>
                    </a:p>
                  </a:txBody>
                  <a:tcPr marL="82296" marR="54864" marT="27432" marB="27432" anchor="ctr"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429000"/>
            <a:ext cx="6903720" cy="123444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611880"/>
            <a:ext cx="6355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Both cells exceed the pre-registered threshold, in the same direction. That is the first pre-registered outcome: position embeddings are a principal source of the advantage.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46320"/>
            <a:ext cx="6903720" cy="118872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6355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Worth noting: on fold 0 overall R² went up (+0.028) while architecture recovery fell 0.173. Same predictions, two metrics in opposite directions — our own measurement argument appearing inside our own ablation.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828800"/>
            <a:ext cx="4005072" cy="420624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029968"/>
            <a:ext cx="34747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If this holds at 54 cells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3D4C54"/>
                </a:solidFill>
                <a:latin typeface="Calibri"/>
              </a:rPr>
              <a:t>We have an answer to "why does the octamer win" — and it is the learned position information, not the chain length.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028090"/>
                </a:solidFill>
                <a:latin typeface="Calibri"/>
              </a:rPr>
              <a:t>That also weakens the protocol-matching worry considerably, since positional embeddings have nothing to do with how the labels were averaged.</a:t>
            </a:r>
          </a:p>
          <a:p>
            <a:pPr>
              <a:spcAft>
                <a:spcPts val="700"/>
              </a:spcAft>
            </a:pPr>
            <a:r>
              <a:rPr sz="1250" b="1" i="0">
                <a:solidFill>
                  <a:srgbClr val="1A242A"/>
                </a:solidFill>
                <a:latin typeface="Cambria"/>
              </a:rPr>
              <a:t>Caveats I would keep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Two cells, one seed, one target — not a result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R1 per-cell noise is right-tailed: median 0.051, mean 0.123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• Judge on a paired sign test across cells, not the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B85042"/>
                </a:solidFill>
                <a:latin typeface="Calibri"/>
              </a:rPr>
              <a:t>[ADD: full 54-cell result, paired sign test count, and whether the B-split arm was gated in.]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A242A"/>
                </a:solidFill>
                <a:latin typeface="Cambria"/>
              </a:rPr>
              <a:t>Testing whether the octamer is dataset-specific — four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77868E"/>
                </a:solidFill>
                <a:latin typeface="Calibri"/>
              </a:rPr>
              <a:t>Ranked by cost. My inclination is 1 and 3 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19072"/>
            <a:ext cx="11183112" cy="96012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75104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47088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42A"/>
                </a:solidFill>
                <a:latin typeface="Cambria"/>
              </a:rPr>
              <a:t>Test on a different dataset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3D4C54"/>
                </a:solidFill>
                <a:latin typeface="Calibri"/>
              </a:rPr>
              <a:t>We already hold a glass-transition dataset and a block copolymer phase dataset. Neither has labels built from 8-unit averaging. If the octamer still wins there, the sceptical reading weakens sharply.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920240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7868E"/>
                </a:solidFill>
                <a:latin typeface="Calibri"/>
              </a:rPr>
              <a:t>Days of GPU · no new data · data confirmed present in the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79776"/>
            <a:ext cx="11183112" cy="96012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035808"/>
            <a:ext cx="365760" cy="365760"/>
          </a:xfrm>
          <a:prstGeom prst="ellipse">
            <a:avLst/>
          </a:prstGeom>
          <a:solidFill>
            <a:srgbClr val="C48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907792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42A"/>
                </a:solidFill>
                <a:latin typeface="Cambria"/>
              </a:rPr>
              <a:t>Sweep the model's chain length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3D4C54"/>
                </a:solidFill>
                <a:latin typeface="Calibri"/>
              </a:rPr>
              <a:t>8 vs 12 vs 16 vs 24 slots. A sharp peak at exactly 8 would indicate protocol-matching; flat or improving would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980944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7868E"/>
                </a:solidFill>
                <a:latin typeface="Calibri"/>
              </a:rPr>
              <a:t>One caution already checked: compositions are quarters, so 6 and 10 slots cannot represent them exactly and would look worse for purely arithmetic reasons. 8, 12, 16 and 24 are the clean comparisons.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11183112" cy="960120"/>
          </a:xfrm>
          <a:prstGeom prst="roundRect">
            <a:avLst>
              <a:gd name="adj" fmla="val 45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096512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68496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42A"/>
                </a:solidFill>
                <a:latin typeface="Cambria"/>
              </a:rPr>
              <a:t>Probe what the representation contains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3D4C54"/>
                </a:solidFill>
                <a:latin typeface="Calibri"/>
              </a:rPr>
              <a:t>Freeze the model and test whether architecture can be read out of its internal representation by a linear classifier.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041648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7868E"/>
                </a:solidFill>
                <a:latin typeface="Calibri"/>
              </a:rPr>
              <a:t>Separates "predicts better" from "represents better" — which is the actual claim. One afternoon.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01184"/>
            <a:ext cx="11183112" cy="960120"/>
          </a:xfrm>
          <a:prstGeom prst="roundRect">
            <a:avLst>
              <a:gd name="adj" fmla="val 45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157216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29200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42A"/>
                </a:solidFill>
                <a:latin typeface="Cambria"/>
              </a:rPr>
              <a:t>Generate labels differently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3D4C54"/>
                </a:solidFill>
                <a:latin typeface="Calibri"/>
              </a:rPr>
              <a:t>The dataset proposal in the first half of this deck.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102352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7868E"/>
                </a:solidFill>
                <a:latin typeface="Calibri"/>
              </a:rPr>
              <a:t>Definitive, but months and ~9 kSU, and it needs your sign-off.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82512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Options 1 and 3 together would move the claim a long way for very little compute. Do you agree with that ordering?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Questions 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532120" cy="2880360"/>
          </a:xfrm>
          <a:prstGeom prst="roundRect">
            <a:avLst>
              <a:gd name="adj" fmla="val 4500"/>
            </a:avLst>
          </a:prstGeom>
          <a:solidFill>
            <a:srgbClr val="3A4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028090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1.  Is this the right dataset to generate, or should we ship the current paper with the limitation stated?</a:t>
            </a:r>
          </a:p>
          <a:p>
            <a:pPr>
              <a:spcAft>
                <a:spcPts val="1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2.  Is ~2,000 polymers with existing monomers the right scope?</a:t>
            </a:r>
          </a:p>
          <a:p>
            <a:pPr>
              <a:spcAft>
                <a:spcPts val="1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3.  Am I missing a dimension — chain length, dispersity, tacticity?</a:t>
            </a:r>
          </a:p>
          <a:p>
            <a:pPr>
              <a:spcAft>
                <a:spcPts val="1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4.  This paper or the next one?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00200"/>
            <a:ext cx="5330952" cy="2880360"/>
          </a:xfrm>
          <a:prstGeom prst="roundRect">
            <a:avLst>
              <a:gd name="adj" fmla="val 4500"/>
            </a:avLst>
          </a:prstGeom>
          <a:solidFill>
            <a:srgbClr val="3A4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028090"/>
                </a:solidFill>
                <a:latin typeface="Calibri"/>
              </a:rPr>
              <a:t>OCTAMER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12848"/>
            <a:ext cx="4709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1.  Do you agree with eliminating factors one at a time, given three of them are probably unresolvable at this noise level?</a:t>
            </a:r>
          </a:p>
          <a:p>
            <a:pPr>
              <a:spcAft>
                <a:spcPts val="1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2.  Should I run the external-validity tests (options 1 and 3) before any more ablations?</a:t>
            </a:r>
          </a:p>
          <a:p>
            <a:pPr>
              <a:spcAft>
                <a:spcPts val="1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3.  Are there hypotheses I have not considered?</a:t>
            </a:r>
          </a:p>
          <a:p>
            <a:pPr>
              <a:spcAft>
                <a:spcPts val="1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4.  How should I frame the protocol-matching confound in the paper?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920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A7BEAE"/>
                </a:solidFill>
                <a:latin typeface="Calibri"/>
              </a:rPr>
              <a:t>What I would like to leave with: a decision on the dataset, and agreement on whether external validity comes before further ablation.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